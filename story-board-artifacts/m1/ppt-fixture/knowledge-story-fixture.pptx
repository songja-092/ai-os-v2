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73fb5917f4d30" /><Relationship Type="http://schemas.openxmlformats.org/officeDocument/2006/relationships/extended-properties" Target="/docProps/app.xml" Id="Ra3b5ec5df2b24aaf" /><Relationship Type="http://schemas.openxmlformats.org/officeDocument/2006/relationships/officeDocument" Target="/ppt/presentation.xml" Id="R7552a589c12345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90866f3344030"/>
  </p:sldMasterIdLst>
  <p:notesMasterIdLst>
    <p:notesMasterId xmlns:r="http://schemas.openxmlformats.org/officeDocument/2006/relationships" r:id="R52580f33c29f48c9"/>
  </p:notesMasterIdLst>
  <p:sldIdLst>
    <p:sldId xmlns:r="http://schemas.openxmlformats.org/officeDocument/2006/relationships" id="256" r:id="R0266d14fe9ca4f33"/>
    <p:sldId xmlns:r="http://schemas.openxmlformats.org/officeDocument/2006/relationships" id="257" r:id="R63aabfe080cc415a"/>
    <p:sldId xmlns:r="http://schemas.openxmlformats.org/officeDocument/2006/relationships" id="258" r:id="Re7058ed5f6f246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764d56d3744686" /><Relationship Type="http://schemas.openxmlformats.org/officeDocument/2006/relationships/slideMaster" Target="/ppt/slideMasters/slideMaster1.xml" Id="R74890866f3344030" /><Relationship Type="http://schemas.openxmlformats.org/officeDocument/2006/relationships/notesMaster" Target="/ppt/notesMasters/notesMaster1.xml" Id="R52580f33c29f48c9" /><Relationship Type="http://schemas.openxmlformats.org/officeDocument/2006/relationships/presProps" Target="/ppt/presProps.xml" Id="Rcb8ada92fad84f9f" /><Relationship Type="http://schemas.openxmlformats.org/officeDocument/2006/relationships/tableStyles" Target="/ppt/tableStyles.xml" Id="R3f95a3e48fb94cc7" /><Relationship Type="http://schemas.openxmlformats.org/officeDocument/2006/relationships/slide" Target="/ppt/slides/slide1.xml" Id="R0266d14fe9ca4f33" /><Relationship Type="http://schemas.openxmlformats.org/officeDocument/2006/relationships/slide" Target="/ppt/slides/slide2.xml" Id="R63aabfe080cc415a" /><Relationship Type="http://schemas.openxmlformats.org/officeDocument/2006/relationships/slide" Target="/ppt/slides/slide3.xml" Id="Re7058ed5f6f246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1248de47464c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bcf11ac09b46c2" /><Relationship Type="http://schemas.openxmlformats.org/officeDocument/2006/relationships/notesMaster" Target="/ppt/notesMasters/notesMaster1.xml" Id="Rd748188c58cc4b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7eb20300be497a" /><Relationship Type="http://schemas.openxmlformats.org/officeDocument/2006/relationships/notesMaster" Target="/ppt/notesMasters/notesMaster1.xml" Id="Ree0b1731b67349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bcd604b1994882" /><Relationship Type="http://schemas.openxmlformats.org/officeDocument/2006/relationships/notesMaster" Target="/ppt/notesMasters/notesMaster1.xml" Id="R41352a4017dd4b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d596a671b4b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cb2ba0766c432d" /><Relationship Type="http://schemas.openxmlformats.org/officeDocument/2006/relationships/slideLayout" Target="/ppt/slideLayouts/slideLayout1.xml" Id="Rda4c11886e4744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c11886e4744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481f690604e96" /><Relationship Type="http://schemas.openxmlformats.org/officeDocument/2006/relationships/notesSlide" Target="/ppt/notesSlides/notesSlide1.xml" Id="Rc5f205f0b2c444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761a1f0874f37" /><Relationship Type="http://schemas.openxmlformats.org/officeDocument/2006/relationships/notesSlide" Target="/ppt/notesSlides/notesSlide2.xml" Id="R80733b77227f48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fb3dbdccf41e1" /><Relationship Type="http://schemas.openxmlformats.org/officeDocument/2006/relationships/notesSlide" Target="/ppt/notesSlides/notesSlide3.xml" Id="R2b0e7a99877e4a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4C00AD0-9617-4802-92AC-0538C90A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생성형 AI로
반복 업무를 줄입니다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D3F1516-DF3E-4569-99CF-D9FF38AF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오늘 바로 적용할 수 있는 세 가지 원칙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D1ECFEF-2E00-48F2-8FDD-13F6A159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중소기업 실무자를 위한 업무자동화 입문</a:t>
            </a:r>
          </a:p>
        </p:txBody>
      </p:sp>
    </p:spTree>
    <p:extLst>
      <p:ext uri="{BB962C8B-B14F-4D97-AF65-F5344CB8AC3E}">
        <p14:creationId xmlns:p14="http://schemas.microsoft.com/office/powerpoint/2010/main" val="18700483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BB9E74F-1947-4292-AD0E-F07C94EA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399A378-35BD-43AB-8076-AED8C6B9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자동화는 도구보다 업무 순서가 먼저입니다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FA9B38C-F988-413B-BD89-85CDDE9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반복 찾기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매주 같은 입력과 같은 판단이 반복되는 일을 고릅니다.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E16E665-241E-468E-93FB-199FA02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결과 확인하기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시간 절감과 오류 감소를 기록한 뒤 다음 자동화를 결정합니다.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BC05C47-591A-4524-9D93-61652A8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작게 시험하기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한 번에 한 단계만 자동화하고 실패 시 원래 방식으로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342322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80E6618C-D01E-46BB-8635-8A9A2FE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A373E64-C666-4E38-9AFE-6E3E8552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첫 자동화는 세 단계로 진행합니다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8E3E1E0-86A4-4B02-9344-E325A650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DBFA47C-98C4-4249-99C4-A6DDFA23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4C3BF42-F630-450F-9141-3D00A135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C765AF2-D483-40BE-B5AE-0EB8F5A1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1단계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5733F83-CD24-401D-989E-69F19E0D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2단계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6DDF650-2735-4FB6-8038-A3A8ABE2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3단계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ACD58FEB-9236-4C91-916C-7BAD1930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작은 연결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가장 반복적인 한 단계만 연결합니다.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D504D13-8659-43D3-9520-5794A1F4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업무 기록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입력·판단·출력을 한 번 관찰합니다.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1ED123A-9E16-4F7F-B450-2ED525F9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검증 후 확대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오류와 시간을 비교한 뒤 범위를 넓힙니다.</a:t>
            </a:r>
          </a:p>
        </p:txBody>
      </p:sp>
    </p:spTree>
    <p:extLst>
      <p:ext uri="{BB962C8B-B14F-4D97-AF65-F5344CB8AC3E}">
        <p14:creationId xmlns:p14="http://schemas.microsoft.com/office/powerpoint/2010/main" val="1161769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2026-08-30T12:43:18.2590000Z</dcterms:created>
  <dcterms:modified xsi:type="dcterms:W3CDTF">2026-08-30T12:43:18.2590000Z</dcterms:modified>
</coreProperties>
</file>